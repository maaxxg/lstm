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7"/>
  </p:notesMasterIdLst>
  <p:handoutMasterIdLst>
    <p:handoutMasterId r:id="rId28"/>
  </p:handoutMasterIdLst>
  <p:sldIdLst>
    <p:sldId id="314" r:id="rId5"/>
    <p:sldId id="315" r:id="rId6"/>
    <p:sldId id="316" r:id="rId7"/>
    <p:sldId id="324" r:id="rId8"/>
    <p:sldId id="325" r:id="rId9"/>
    <p:sldId id="326" r:id="rId10"/>
    <p:sldId id="317" r:id="rId11"/>
    <p:sldId id="318" r:id="rId12"/>
    <p:sldId id="319" r:id="rId13"/>
    <p:sldId id="327" r:id="rId14"/>
    <p:sldId id="328" r:id="rId15"/>
    <p:sldId id="329" r:id="rId16"/>
    <p:sldId id="330" r:id="rId17"/>
    <p:sldId id="331" r:id="rId18"/>
    <p:sldId id="320" r:id="rId19"/>
    <p:sldId id="332" r:id="rId20"/>
    <p:sldId id="321" r:id="rId21"/>
    <p:sldId id="333" r:id="rId22"/>
    <p:sldId id="334" r:id="rId23"/>
    <p:sldId id="335" r:id="rId24"/>
    <p:sldId id="322" r:id="rId25"/>
    <p:sldId id="32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606" y="114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AF6892-7FC0-4D05-9769-BF931F1249CD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0608474-5191-43ED-8BB2-7DD35609F98F}">
      <dgm:prSet/>
      <dgm:spPr/>
      <dgm:t>
        <a:bodyPr/>
        <a:lstStyle/>
        <a:p>
          <a:r>
            <a:rPr lang="hr-HR"/>
            <a:t>Glavne metode: </a:t>
          </a:r>
          <a:endParaRPr lang="en-US"/>
        </a:p>
      </dgm:t>
    </dgm:pt>
    <dgm:pt modelId="{B3D19425-AF65-4E98-B3E2-7A9D7BC92F49}" type="parTrans" cxnId="{59AD7959-72DD-49A3-9621-C6031C838070}">
      <dgm:prSet/>
      <dgm:spPr/>
      <dgm:t>
        <a:bodyPr/>
        <a:lstStyle/>
        <a:p>
          <a:endParaRPr lang="en-US"/>
        </a:p>
      </dgm:t>
    </dgm:pt>
    <dgm:pt modelId="{B60C6666-947E-4FE8-B5E9-61D7127F4268}" type="sibTrans" cxnId="{59AD7959-72DD-49A3-9621-C6031C838070}">
      <dgm:prSet/>
      <dgm:spPr/>
      <dgm:t>
        <a:bodyPr/>
        <a:lstStyle/>
        <a:p>
          <a:endParaRPr lang="en-US"/>
        </a:p>
      </dgm:t>
    </dgm:pt>
    <dgm:pt modelId="{60083326-C783-410C-AC8C-E7CB3FD6198C}">
      <dgm:prSet/>
      <dgm:spPr/>
      <dgm:t>
        <a:bodyPr/>
        <a:lstStyle/>
        <a:p>
          <a:r>
            <a:rPr lang="hr-HR"/>
            <a:t>.to_datetime()</a:t>
          </a:r>
          <a:endParaRPr lang="en-US"/>
        </a:p>
      </dgm:t>
    </dgm:pt>
    <dgm:pt modelId="{5C2A11C0-51C3-4156-9873-E45082E57DF5}" type="parTrans" cxnId="{BCD7D825-E70A-493E-B2AD-099BEC712E2B}">
      <dgm:prSet/>
      <dgm:spPr/>
      <dgm:t>
        <a:bodyPr/>
        <a:lstStyle/>
        <a:p>
          <a:endParaRPr lang="en-US"/>
        </a:p>
      </dgm:t>
    </dgm:pt>
    <dgm:pt modelId="{7594331D-AC15-427B-8F2E-B8F55747B58A}" type="sibTrans" cxnId="{BCD7D825-E70A-493E-B2AD-099BEC712E2B}">
      <dgm:prSet/>
      <dgm:spPr/>
      <dgm:t>
        <a:bodyPr/>
        <a:lstStyle/>
        <a:p>
          <a:endParaRPr lang="en-US"/>
        </a:p>
      </dgm:t>
    </dgm:pt>
    <dgm:pt modelId="{3780222C-C8A2-4681-9F3B-568AFB6F1028}">
      <dgm:prSet/>
      <dgm:spPr/>
      <dgm:t>
        <a:bodyPr/>
        <a:lstStyle/>
        <a:p>
          <a:r>
            <a:rPr lang="hr-HR"/>
            <a:t>.resample(</a:t>
          </a:r>
          <a:r>
            <a:rPr lang="en-US"/>
            <a:t>‘MS’/’ME’</a:t>
          </a:r>
          <a:r>
            <a:rPr lang="hr-HR"/>
            <a:t>)</a:t>
          </a:r>
          <a:endParaRPr lang="en-US"/>
        </a:p>
      </dgm:t>
    </dgm:pt>
    <dgm:pt modelId="{6CF83C51-9CF3-43F2-B565-649E48DFD58C}" type="parTrans" cxnId="{E73344FB-5992-484E-A064-AF791145C171}">
      <dgm:prSet/>
      <dgm:spPr/>
      <dgm:t>
        <a:bodyPr/>
        <a:lstStyle/>
        <a:p>
          <a:endParaRPr lang="en-US"/>
        </a:p>
      </dgm:t>
    </dgm:pt>
    <dgm:pt modelId="{C29C9F66-85D2-4457-A5EA-43819C2D4DE5}" type="sibTrans" cxnId="{E73344FB-5992-484E-A064-AF791145C171}">
      <dgm:prSet/>
      <dgm:spPr/>
      <dgm:t>
        <a:bodyPr/>
        <a:lstStyle/>
        <a:p>
          <a:endParaRPr lang="en-US"/>
        </a:p>
      </dgm:t>
    </dgm:pt>
    <dgm:pt modelId="{314AE4B4-B42A-4813-86C0-7B06B407F378}">
      <dgm:prSet/>
      <dgm:spPr/>
      <dgm:t>
        <a:bodyPr/>
        <a:lstStyle/>
        <a:p>
          <a:r>
            <a:rPr lang="hr-HR"/>
            <a:t>.ffill()</a:t>
          </a:r>
          <a:endParaRPr lang="en-US"/>
        </a:p>
      </dgm:t>
    </dgm:pt>
    <dgm:pt modelId="{3982CEE2-91F7-46F5-A6AA-7A74253AE0F4}" type="parTrans" cxnId="{96BD4E41-820C-46A3-B6A3-D63928CFA720}">
      <dgm:prSet/>
      <dgm:spPr/>
      <dgm:t>
        <a:bodyPr/>
        <a:lstStyle/>
        <a:p>
          <a:endParaRPr lang="en-US"/>
        </a:p>
      </dgm:t>
    </dgm:pt>
    <dgm:pt modelId="{E94FF573-5882-42E6-8786-3820EC3F5851}" type="sibTrans" cxnId="{96BD4E41-820C-46A3-B6A3-D63928CFA720}">
      <dgm:prSet/>
      <dgm:spPr/>
      <dgm:t>
        <a:bodyPr/>
        <a:lstStyle/>
        <a:p>
          <a:endParaRPr lang="en-US"/>
        </a:p>
      </dgm:t>
    </dgm:pt>
    <dgm:pt modelId="{790AE4F0-C6EE-4972-9144-F850395815F5}" type="pres">
      <dgm:prSet presAssocID="{2BAF6892-7FC0-4D05-9769-BF931F1249C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0FC8625-8C53-4BD8-91AF-C6E43B57F17F}" type="pres">
      <dgm:prSet presAssocID="{E0608474-5191-43ED-8BB2-7DD35609F98F}" presName="hierRoot1" presStyleCnt="0"/>
      <dgm:spPr/>
    </dgm:pt>
    <dgm:pt modelId="{DEC6B468-624B-4109-9D3C-BC3404D9786A}" type="pres">
      <dgm:prSet presAssocID="{E0608474-5191-43ED-8BB2-7DD35609F98F}" presName="composite" presStyleCnt="0"/>
      <dgm:spPr/>
    </dgm:pt>
    <dgm:pt modelId="{A1532AA5-CA17-4248-BAB2-66679A7C9A50}" type="pres">
      <dgm:prSet presAssocID="{E0608474-5191-43ED-8BB2-7DD35609F98F}" presName="background" presStyleLbl="node0" presStyleIdx="0" presStyleCnt="1"/>
      <dgm:spPr/>
    </dgm:pt>
    <dgm:pt modelId="{5BB3618A-A3E2-4ABD-BA22-7E8D7BF1AE09}" type="pres">
      <dgm:prSet presAssocID="{E0608474-5191-43ED-8BB2-7DD35609F98F}" presName="text" presStyleLbl="fgAcc0" presStyleIdx="0" presStyleCnt="1">
        <dgm:presLayoutVars>
          <dgm:chPref val="3"/>
        </dgm:presLayoutVars>
      </dgm:prSet>
      <dgm:spPr/>
    </dgm:pt>
    <dgm:pt modelId="{904327F1-73DC-4BC0-A961-034331F42D25}" type="pres">
      <dgm:prSet presAssocID="{E0608474-5191-43ED-8BB2-7DD35609F98F}" presName="hierChild2" presStyleCnt="0"/>
      <dgm:spPr/>
    </dgm:pt>
    <dgm:pt modelId="{4B403C3B-5C65-4B8B-983C-4A9B8C8CAF12}" type="pres">
      <dgm:prSet presAssocID="{5C2A11C0-51C3-4156-9873-E45082E57DF5}" presName="Name10" presStyleLbl="parChTrans1D2" presStyleIdx="0" presStyleCnt="3"/>
      <dgm:spPr/>
    </dgm:pt>
    <dgm:pt modelId="{303DF433-4F48-4EDE-A6E9-60E259CB346D}" type="pres">
      <dgm:prSet presAssocID="{60083326-C783-410C-AC8C-E7CB3FD6198C}" presName="hierRoot2" presStyleCnt="0"/>
      <dgm:spPr/>
    </dgm:pt>
    <dgm:pt modelId="{9F5AA070-784A-4EDD-9651-395E4244575D}" type="pres">
      <dgm:prSet presAssocID="{60083326-C783-410C-AC8C-E7CB3FD6198C}" presName="composite2" presStyleCnt="0"/>
      <dgm:spPr/>
    </dgm:pt>
    <dgm:pt modelId="{F16F6E43-0A62-4D4D-8244-4837AE897CAF}" type="pres">
      <dgm:prSet presAssocID="{60083326-C783-410C-AC8C-E7CB3FD6198C}" presName="background2" presStyleLbl="node2" presStyleIdx="0" presStyleCnt="3"/>
      <dgm:spPr/>
    </dgm:pt>
    <dgm:pt modelId="{B1B13349-3198-4E0A-8C02-B9D81CB03D17}" type="pres">
      <dgm:prSet presAssocID="{60083326-C783-410C-AC8C-E7CB3FD6198C}" presName="text2" presStyleLbl="fgAcc2" presStyleIdx="0" presStyleCnt="3">
        <dgm:presLayoutVars>
          <dgm:chPref val="3"/>
        </dgm:presLayoutVars>
      </dgm:prSet>
      <dgm:spPr/>
    </dgm:pt>
    <dgm:pt modelId="{B88066DF-AB01-481F-97FD-30500C1E5DB0}" type="pres">
      <dgm:prSet presAssocID="{60083326-C783-410C-AC8C-E7CB3FD6198C}" presName="hierChild3" presStyleCnt="0"/>
      <dgm:spPr/>
    </dgm:pt>
    <dgm:pt modelId="{9D5BB8AC-4003-46BA-BABA-46DEB1741AD6}" type="pres">
      <dgm:prSet presAssocID="{6CF83C51-9CF3-43F2-B565-649E48DFD58C}" presName="Name10" presStyleLbl="parChTrans1D2" presStyleIdx="1" presStyleCnt="3"/>
      <dgm:spPr/>
    </dgm:pt>
    <dgm:pt modelId="{6B1205D6-66E7-468A-BC33-F4AD67841BB4}" type="pres">
      <dgm:prSet presAssocID="{3780222C-C8A2-4681-9F3B-568AFB6F1028}" presName="hierRoot2" presStyleCnt="0"/>
      <dgm:spPr/>
    </dgm:pt>
    <dgm:pt modelId="{BF4954BC-B6A9-4D97-A4F7-CC9209045C6E}" type="pres">
      <dgm:prSet presAssocID="{3780222C-C8A2-4681-9F3B-568AFB6F1028}" presName="composite2" presStyleCnt="0"/>
      <dgm:spPr/>
    </dgm:pt>
    <dgm:pt modelId="{0F3B436F-4B2D-4F62-B912-CB667E233E59}" type="pres">
      <dgm:prSet presAssocID="{3780222C-C8A2-4681-9F3B-568AFB6F1028}" presName="background2" presStyleLbl="node2" presStyleIdx="1" presStyleCnt="3"/>
      <dgm:spPr/>
    </dgm:pt>
    <dgm:pt modelId="{46CE738E-57DA-4ADA-899B-BDB33025C38B}" type="pres">
      <dgm:prSet presAssocID="{3780222C-C8A2-4681-9F3B-568AFB6F1028}" presName="text2" presStyleLbl="fgAcc2" presStyleIdx="1" presStyleCnt="3">
        <dgm:presLayoutVars>
          <dgm:chPref val="3"/>
        </dgm:presLayoutVars>
      </dgm:prSet>
      <dgm:spPr/>
    </dgm:pt>
    <dgm:pt modelId="{27D0FF83-B150-4846-AB2D-5D9C12C93E3E}" type="pres">
      <dgm:prSet presAssocID="{3780222C-C8A2-4681-9F3B-568AFB6F1028}" presName="hierChild3" presStyleCnt="0"/>
      <dgm:spPr/>
    </dgm:pt>
    <dgm:pt modelId="{4FC08DDC-13A0-46A4-845E-0B83DF66080D}" type="pres">
      <dgm:prSet presAssocID="{3982CEE2-91F7-46F5-A6AA-7A74253AE0F4}" presName="Name10" presStyleLbl="parChTrans1D2" presStyleIdx="2" presStyleCnt="3"/>
      <dgm:spPr/>
    </dgm:pt>
    <dgm:pt modelId="{C816B51E-9780-466E-86CF-33C39AA59EDC}" type="pres">
      <dgm:prSet presAssocID="{314AE4B4-B42A-4813-86C0-7B06B407F378}" presName="hierRoot2" presStyleCnt="0"/>
      <dgm:spPr/>
    </dgm:pt>
    <dgm:pt modelId="{B3F7007F-33BE-4BDA-A909-0F52A775CFB4}" type="pres">
      <dgm:prSet presAssocID="{314AE4B4-B42A-4813-86C0-7B06B407F378}" presName="composite2" presStyleCnt="0"/>
      <dgm:spPr/>
    </dgm:pt>
    <dgm:pt modelId="{852DDCEC-08EC-4054-B21D-E5F594751CF8}" type="pres">
      <dgm:prSet presAssocID="{314AE4B4-B42A-4813-86C0-7B06B407F378}" presName="background2" presStyleLbl="node2" presStyleIdx="2" presStyleCnt="3"/>
      <dgm:spPr/>
    </dgm:pt>
    <dgm:pt modelId="{9A35BACE-8826-4F1F-B9F1-ABA23F08CBB6}" type="pres">
      <dgm:prSet presAssocID="{314AE4B4-B42A-4813-86C0-7B06B407F378}" presName="text2" presStyleLbl="fgAcc2" presStyleIdx="2" presStyleCnt="3">
        <dgm:presLayoutVars>
          <dgm:chPref val="3"/>
        </dgm:presLayoutVars>
      </dgm:prSet>
      <dgm:spPr/>
    </dgm:pt>
    <dgm:pt modelId="{43B0BF53-981F-495B-B036-85565B7E122F}" type="pres">
      <dgm:prSet presAssocID="{314AE4B4-B42A-4813-86C0-7B06B407F378}" presName="hierChild3" presStyleCnt="0"/>
      <dgm:spPr/>
    </dgm:pt>
  </dgm:ptLst>
  <dgm:cxnLst>
    <dgm:cxn modelId="{C03F4F1A-D737-4216-A8BB-BF3B0F5925E5}" type="presOf" srcId="{314AE4B4-B42A-4813-86C0-7B06B407F378}" destId="{9A35BACE-8826-4F1F-B9F1-ABA23F08CBB6}" srcOrd="0" destOrd="0" presId="urn:microsoft.com/office/officeart/2005/8/layout/hierarchy1"/>
    <dgm:cxn modelId="{BCD7D825-E70A-493E-B2AD-099BEC712E2B}" srcId="{E0608474-5191-43ED-8BB2-7DD35609F98F}" destId="{60083326-C783-410C-AC8C-E7CB3FD6198C}" srcOrd="0" destOrd="0" parTransId="{5C2A11C0-51C3-4156-9873-E45082E57DF5}" sibTransId="{7594331D-AC15-427B-8F2E-B8F55747B58A}"/>
    <dgm:cxn modelId="{96BD4E41-820C-46A3-B6A3-D63928CFA720}" srcId="{E0608474-5191-43ED-8BB2-7DD35609F98F}" destId="{314AE4B4-B42A-4813-86C0-7B06B407F378}" srcOrd="2" destOrd="0" parTransId="{3982CEE2-91F7-46F5-A6AA-7A74253AE0F4}" sibTransId="{E94FF573-5882-42E6-8786-3820EC3F5851}"/>
    <dgm:cxn modelId="{455DDD42-D1EC-4346-9F22-97473DD1F043}" type="presOf" srcId="{6CF83C51-9CF3-43F2-B565-649E48DFD58C}" destId="{9D5BB8AC-4003-46BA-BABA-46DEB1741AD6}" srcOrd="0" destOrd="0" presId="urn:microsoft.com/office/officeart/2005/8/layout/hierarchy1"/>
    <dgm:cxn modelId="{AB3A1E69-2ACA-44F9-978C-ED3F8CC9AF82}" type="presOf" srcId="{3982CEE2-91F7-46F5-A6AA-7A74253AE0F4}" destId="{4FC08DDC-13A0-46A4-845E-0B83DF66080D}" srcOrd="0" destOrd="0" presId="urn:microsoft.com/office/officeart/2005/8/layout/hierarchy1"/>
    <dgm:cxn modelId="{59AD7959-72DD-49A3-9621-C6031C838070}" srcId="{2BAF6892-7FC0-4D05-9769-BF931F1249CD}" destId="{E0608474-5191-43ED-8BB2-7DD35609F98F}" srcOrd="0" destOrd="0" parTransId="{B3D19425-AF65-4E98-B3E2-7A9D7BC92F49}" sibTransId="{B60C6666-947E-4FE8-B5E9-61D7127F4268}"/>
    <dgm:cxn modelId="{ACB10489-DA63-468E-A2D2-DC370EC8485A}" type="presOf" srcId="{5C2A11C0-51C3-4156-9873-E45082E57DF5}" destId="{4B403C3B-5C65-4B8B-983C-4A9B8C8CAF12}" srcOrd="0" destOrd="0" presId="urn:microsoft.com/office/officeart/2005/8/layout/hierarchy1"/>
    <dgm:cxn modelId="{0DCDAA98-9A9A-440E-81D9-B105FD7CD8E2}" type="presOf" srcId="{2BAF6892-7FC0-4D05-9769-BF931F1249CD}" destId="{790AE4F0-C6EE-4972-9144-F850395815F5}" srcOrd="0" destOrd="0" presId="urn:microsoft.com/office/officeart/2005/8/layout/hierarchy1"/>
    <dgm:cxn modelId="{D9DC13A4-28C6-44BD-B8F5-640359E745FD}" type="presOf" srcId="{60083326-C783-410C-AC8C-E7CB3FD6198C}" destId="{B1B13349-3198-4E0A-8C02-B9D81CB03D17}" srcOrd="0" destOrd="0" presId="urn:microsoft.com/office/officeart/2005/8/layout/hierarchy1"/>
    <dgm:cxn modelId="{99E2CAF2-7ED4-4664-8A92-6F9B37C3AD8D}" type="presOf" srcId="{E0608474-5191-43ED-8BB2-7DD35609F98F}" destId="{5BB3618A-A3E2-4ABD-BA22-7E8D7BF1AE09}" srcOrd="0" destOrd="0" presId="urn:microsoft.com/office/officeart/2005/8/layout/hierarchy1"/>
    <dgm:cxn modelId="{1F9F25F3-CD09-42F7-86F8-E7264456ADED}" type="presOf" srcId="{3780222C-C8A2-4681-9F3B-568AFB6F1028}" destId="{46CE738E-57DA-4ADA-899B-BDB33025C38B}" srcOrd="0" destOrd="0" presId="urn:microsoft.com/office/officeart/2005/8/layout/hierarchy1"/>
    <dgm:cxn modelId="{E73344FB-5992-484E-A064-AF791145C171}" srcId="{E0608474-5191-43ED-8BB2-7DD35609F98F}" destId="{3780222C-C8A2-4681-9F3B-568AFB6F1028}" srcOrd="1" destOrd="0" parTransId="{6CF83C51-9CF3-43F2-B565-649E48DFD58C}" sibTransId="{C29C9F66-85D2-4457-A5EA-43819C2D4DE5}"/>
    <dgm:cxn modelId="{181ED7E8-F3D8-4EEF-9180-1416A2FECF5D}" type="presParOf" srcId="{790AE4F0-C6EE-4972-9144-F850395815F5}" destId="{50FC8625-8C53-4BD8-91AF-C6E43B57F17F}" srcOrd="0" destOrd="0" presId="urn:microsoft.com/office/officeart/2005/8/layout/hierarchy1"/>
    <dgm:cxn modelId="{F16980C7-2E9D-493A-89BF-FCB47FC265BB}" type="presParOf" srcId="{50FC8625-8C53-4BD8-91AF-C6E43B57F17F}" destId="{DEC6B468-624B-4109-9D3C-BC3404D9786A}" srcOrd="0" destOrd="0" presId="urn:microsoft.com/office/officeart/2005/8/layout/hierarchy1"/>
    <dgm:cxn modelId="{B59DCBE5-65A9-4110-BCF7-7E53289CF72E}" type="presParOf" srcId="{DEC6B468-624B-4109-9D3C-BC3404D9786A}" destId="{A1532AA5-CA17-4248-BAB2-66679A7C9A50}" srcOrd="0" destOrd="0" presId="urn:microsoft.com/office/officeart/2005/8/layout/hierarchy1"/>
    <dgm:cxn modelId="{F3FF4929-A812-4787-861F-EC9739F5C42A}" type="presParOf" srcId="{DEC6B468-624B-4109-9D3C-BC3404D9786A}" destId="{5BB3618A-A3E2-4ABD-BA22-7E8D7BF1AE09}" srcOrd="1" destOrd="0" presId="urn:microsoft.com/office/officeart/2005/8/layout/hierarchy1"/>
    <dgm:cxn modelId="{7C06F52C-DA18-42E0-BD78-E29AF6BF5B4F}" type="presParOf" srcId="{50FC8625-8C53-4BD8-91AF-C6E43B57F17F}" destId="{904327F1-73DC-4BC0-A961-034331F42D25}" srcOrd="1" destOrd="0" presId="urn:microsoft.com/office/officeart/2005/8/layout/hierarchy1"/>
    <dgm:cxn modelId="{40B0A9B5-5FB4-4E94-9736-5E36E7E8EBE8}" type="presParOf" srcId="{904327F1-73DC-4BC0-A961-034331F42D25}" destId="{4B403C3B-5C65-4B8B-983C-4A9B8C8CAF12}" srcOrd="0" destOrd="0" presId="urn:microsoft.com/office/officeart/2005/8/layout/hierarchy1"/>
    <dgm:cxn modelId="{ACA45933-AB55-46F6-A312-72E36F3F5D72}" type="presParOf" srcId="{904327F1-73DC-4BC0-A961-034331F42D25}" destId="{303DF433-4F48-4EDE-A6E9-60E259CB346D}" srcOrd="1" destOrd="0" presId="urn:microsoft.com/office/officeart/2005/8/layout/hierarchy1"/>
    <dgm:cxn modelId="{70A4B509-906A-419C-8F14-60A6432817B8}" type="presParOf" srcId="{303DF433-4F48-4EDE-A6E9-60E259CB346D}" destId="{9F5AA070-784A-4EDD-9651-395E4244575D}" srcOrd="0" destOrd="0" presId="urn:microsoft.com/office/officeart/2005/8/layout/hierarchy1"/>
    <dgm:cxn modelId="{481641AE-AE40-4124-97A1-A7C435E0094A}" type="presParOf" srcId="{9F5AA070-784A-4EDD-9651-395E4244575D}" destId="{F16F6E43-0A62-4D4D-8244-4837AE897CAF}" srcOrd="0" destOrd="0" presId="urn:microsoft.com/office/officeart/2005/8/layout/hierarchy1"/>
    <dgm:cxn modelId="{1B0ABA6D-9E8D-4A1E-B2DE-D6F1845FE170}" type="presParOf" srcId="{9F5AA070-784A-4EDD-9651-395E4244575D}" destId="{B1B13349-3198-4E0A-8C02-B9D81CB03D17}" srcOrd="1" destOrd="0" presId="urn:microsoft.com/office/officeart/2005/8/layout/hierarchy1"/>
    <dgm:cxn modelId="{B07402AF-AA36-445E-B999-8CE172B8278F}" type="presParOf" srcId="{303DF433-4F48-4EDE-A6E9-60E259CB346D}" destId="{B88066DF-AB01-481F-97FD-30500C1E5DB0}" srcOrd="1" destOrd="0" presId="urn:microsoft.com/office/officeart/2005/8/layout/hierarchy1"/>
    <dgm:cxn modelId="{9F531278-9DCF-4343-A3EA-A85056F6968A}" type="presParOf" srcId="{904327F1-73DC-4BC0-A961-034331F42D25}" destId="{9D5BB8AC-4003-46BA-BABA-46DEB1741AD6}" srcOrd="2" destOrd="0" presId="urn:microsoft.com/office/officeart/2005/8/layout/hierarchy1"/>
    <dgm:cxn modelId="{6A2DADC4-3A50-4852-BBC8-3A7D9768EE52}" type="presParOf" srcId="{904327F1-73DC-4BC0-A961-034331F42D25}" destId="{6B1205D6-66E7-468A-BC33-F4AD67841BB4}" srcOrd="3" destOrd="0" presId="urn:microsoft.com/office/officeart/2005/8/layout/hierarchy1"/>
    <dgm:cxn modelId="{AC1A4848-6E7B-4E5D-B1D3-166E5C602B40}" type="presParOf" srcId="{6B1205D6-66E7-468A-BC33-F4AD67841BB4}" destId="{BF4954BC-B6A9-4D97-A4F7-CC9209045C6E}" srcOrd="0" destOrd="0" presId="urn:microsoft.com/office/officeart/2005/8/layout/hierarchy1"/>
    <dgm:cxn modelId="{BA246676-6D9C-4503-A09B-629E96F00351}" type="presParOf" srcId="{BF4954BC-B6A9-4D97-A4F7-CC9209045C6E}" destId="{0F3B436F-4B2D-4F62-B912-CB667E233E59}" srcOrd="0" destOrd="0" presId="urn:microsoft.com/office/officeart/2005/8/layout/hierarchy1"/>
    <dgm:cxn modelId="{7BB3E4A2-8AC6-48BD-8DE8-8AC56BF797C8}" type="presParOf" srcId="{BF4954BC-B6A9-4D97-A4F7-CC9209045C6E}" destId="{46CE738E-57DA-4ADA-899B-BDB33025C38B}" srcOrd="1" destOrd="0" presId="urn:microsoft.com/office/officeart/2005/8/layout/hierarchy1"/>
    <dgm:cxn modelId="{E13E8976-A869-4ECA-89C2-7259FD958359}" type="presParOf" srcId="{6B1205D6-66E7-468A-BC33-F4AD67841BB4}" destId="{27D0FF83-B150-4846-AB2D-5D9C12C93E3E}" srcOrd="1" destOrd="0" presId="urn:microsoft.com/office/officeart/2005/8/layout/hierarchy1"/>
    <dgm:cxn modelId="{FBA5282E-47B1-472C-A0D2-E0CA37F8312F}" type="presParOf" srcId="{904327F1-73DC-4BC0-A961-034331F42D25}" destId="{4FC08DDC-13A0-46A4-845E-0B83DF66080D}" srcOrd="4" destOrd="0" presId="urn:microsoft.com/office/officeart/2005/8/layout/hierarchy1"/>
    <dgm:cxn modelId="{EC4E81E0-833E-4733-AD0B-CD1F7E8FC4D6}" type="presParOf" srcId="{904327F1-73DC-4BC0-A961-034331F42D25}" destId="{C816B51E-9780-466E-86CF-33C39AA59EDC}" srcOrd="5" destOrd="0" presId="urn:microsoft.com/office/officeart/2005/8/layout/hierarchy1"/>
    <dgm:cxn modelId="{27B4DE2D-6870-4AD2-B061-8F829860ADCD}" type="presParOf" srcId="{C816B51E-9780-466E-86CF-33C39AA59EDC}" destId="{B3F7007F-33BE-4BDA-A909-0F52A775CFB4}" srcOrd="0" destOrd="0" presId="urn:microsoft.com/office/officeart/2005/8/layout/hierarchy1"/>
    <dgm:cxn modelId="{CB5879EE-20A4-485A-8F87-70E2F069A461}" type="presParOf" srcId="{B3F7007F-33BE-4BDA-A909-0F52A775CFB4}" destId="{852DDCEC-08EC-4054-B21D-E5F594751CF8}" srcOrd="0" destOrd="0" presId="urn:microsoft.com/office/officeart/2005/8/layout/hierarchy1"/>
    <dgm:cxn modelId="{FB5278AA-52CA-4811-A7B9-A654EE767218}" type="presParOf" srcId="{B3F7007F-33BE-4BDA-A909-0F52A775CFB4}" destId="{9A35BACE-8826-4F1F-B9F1-ABA23F08CBB6}" srcOrd="1" destOrd="0" presId="urn:microsoft.com/office/officeart/2005/8/layout/hierarchy1"/>
    <dgm:cxn modelId="{948B2108-741F-4D19-B19B-EEEEDBDF59AA}" type="presParOf" srcId="{C816B51E-9780-466E-86CF-33C39AA59EDC}" destId="{43B0BF53-981F-495B-B036-85565B7E122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D7DFCC-3286-4046-8E27-41C2E83E4F14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A8163F-F7C6-45FF-ACC8-163FB812F3DB}">
      <dgm:prSet/>
      <dgm:spPr/>
      <dgm:t>
        <a:bodyPr/>
        <a:lstStyle/>
        <a:p>
          <a:r>
            <a:rPr lang="hr-HR"/>
            <a:t>Vremenska kašnjenja (Lags)</a:t>
          </a:r>
          <a:endParaRPr lang="en-US"/>
        </a:p>
      </dgm:t>
    </dgm:pt>
    <dgm:pt modelId="{48F494A8-438E-482D-AA67-09588318B5C1}" type="parTrans" cxnId="{0C3F3D44-7B33-415F-AF5A-092F67AB301E}">
      <dgm:prSet/>
      <dgm:spPr/>
      <dgm:t>
        <a:bodyPr/>
        <a:lstStyle/>
        <a:p>
          <a:endParaRPr lang="en-US"/>
        </a:p>
      </dgm:t>
    </dgm:pt>
    <dgm:pt modelId="{543C2338-0578-44EC-B4B9-DDCE57482E4B}" type="sibTrans" cxnId="{0C3F3D44-7B33-415F-AF5A-092F67AB301E}">
      <dgm:prSet/>
      <dgm:spPr/>
      <dgm:t>
        <a:bodyPr/>
        <a:lstStyle/>
        <a:p>
          <a:endParaRPr lang="en-US"/>
        </a:p>
      </dgm:t>
    </dgm:pt>
    <dgm:pt modelId="{8C7B2946-6E6B-422A-9936-B519925D73DC}">
      <dgm:prSet/>
      <dgm:spPr/>
      <dgm:t>
        <a:bodyPr/>
        <a:lstStyle/>
        <a:p>
          <a:r>
            <a:rPr lang="hr-HR"/>
            <a:t>Pomične aritmetičke sredine  (3, 6, 12 mjeseci)</a:t>
          </a:r>
          <a:endParaRPr lang="en-US"/>
        </a:p>
      </dgm:t>
    </dgm:pt>
    <dgm:pt modelId="{BD2235AE-5A45-4D16-8358-64A54C1A5414}" type="parTrans" cxnId="{3BFFCA87-33B7-4555-B779-5512E718A666}">
      <dgm:prSet/>
      <dgm:spPr/>
      <dgm:t>
        <a:bodyPr/>
        <a:lstStyle/>
        <a:p>
          <a:endParaRPr lang="en-US"/>
        </a:p>
      </dgm:t>
    </dgm:pt>
    <dgm:pt modelId="{E99B3961-C70A-4546-96AE-7DB8435D23EA}" type="sibTrans" cxnId="{3BFFCA87-33B7-4555-B779-5512E718A666}">
      <dgm:prSet/>
      <dgm:spPr/>
      <dgm:t>
        <a:bodyPr/>
        <a:lstStyle/>
        <a:p>
          <a:endParaRPr lang="en-US"/>
        </a:p>
      </dgm:t>
    </dgm:pt>
    <dgm:pt modelId="{6EC62EA1-37B8-41A7-89E7-26CAC1436CFA}">
      <dgm:prSet/>
      <dgm:spPr/>
      <dgm:t>
        <a:bodyPr/>
        <a:lstStyle/>
        <a:p>
          <a:r>
            <a:rPr lang="hr-HR"/>
            <a:t>Jednojedinično kodiranje</a:t>
          </a:r>
          <a:endParaRPr lang="en-US"/>
        </a:p>
      </dgm:t>
    </dgm:pt>
    <dgm:pt modelId="{F7BAE90A-B048-44FD-A97B-A471A295D27C}" type="parTrans" cxnId="{009BB947-BD74-465C-B8DC-D962C0E2BB8F}">
      <dgm:prSet/>
      <dgm:spPr/>
      <dgm:t>
        <a:bodyPr/>
        <a:lstStyle/>
        <a:p>
          <a:endParaRPr lang="en-US"/>
        </a:p>
      </dgm:t>
    </dgm:pt>
    <dgm:pt modelId="{3145C7E2-68EA-4810-B221-B8D101ABC281}" type="sibTrans" cxnId="{009BB947-BD74-465C-B8DC-D962C0E2BB8F}">
      <dgm:prSet/>
      <dgm:spPr/>
      <dgm:t>
        <a:bodyPr/>
        <a:lstStyle/>
        <a:p>
          <a:endParaRPr lang="en-US"/>
        </a:p>
      </dgm:t>
    </dgm:pt>
    <dgm:pt modelId="{9D1A9398-575A-4313-8CD3-622E4EA90F4A}">
      <dgm:prSet/>
      <dgm:spPr/>
      <dgm:t>
        <a:bodyPr/>
        <a:lstStyle/>
        <a:p>
          <a:r>
            <a:rPr lang="hr-HR"/>
            <a:t>Godišnje promjene</a:t>
          </a:r>
          <a:endParaRPr lang="en-US"/>
        </a:p>
      </dgm:t>
    </dgm:pt>
    <dgm:pt modelId="{AD4BDEEC-4BB0-4275-9AC1-4BBD17FE3E40}" type="parTrans" cxnId="{14EAAB6D-6830-4D12-BB43-C09CDF1F3D9A}">
      <dgm:prSet/>
      <dgm:spPr/>
      <dgm:t>
        <a:bodyPr/>
        <a:lstStyle/>
        <a:p>
          <a:endParaRPr lang="en-US"/>
        </a:p>
      </dgm:t>
    </dgm:pt>
    <dgm:pt modelId="{FC8B2101-F590-4BAB-A5CA-6256E23C3D36}" type="sibTrans" cxnId="{14EAAB6D-6830-4D12-BB43-C09CDF1F3D9A}">
      <dgm:prSet/>
      <dgm:spPr/>
      <dgm:t>
        <a:bodyPr/>
        <a:lstStyle/>
        <a:p>
          <a:endParaRPr lang="en-US"/>
        </a:p>
      </dgm:t>
    </dgm:pt>
    <dgm:pt modelId="{0D4F7763-69A3-4F40-BC2E-F5E0E457DE41}" type="pres">
      <dgm:prSet presAssocID="{CED7DFCC-3286-4046-8E27-41C2E83E4F1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99FD619-76C2-4F5B-A312-2AD2D23635F9}" type="pres">
      <dgm:prSet presAssocID="{D7A8163F-F7C6-45FF-ACC8-163FB812F3DB}" presName="hierRoot1" presStyleCnt="0"/>
      <dgm:spPr/>
    </dgm:pt>
    <dgm:pt modelId="{C96AFD28-7262-4F5E-8408-CFFCB7EB68D1}" type="pres">
      <dgm:prSet presAssocID="{D7A8163F-F7C6-45FF-ACC8-163FB812F3DB}" presName="composite" presStyleCnt="0"/>
      <dgm:spPr/>
    </dgm:pt>
    <dgm:pt modelId="{D038A1DD-62C8-4D93-A7C9-613280E79D62}" type="pres">
      <dgm:prSet presAssocID="{D7A8163F-F7C6-45FF-ACC8-163FB812F3DB}" presName="background" presStyleLbl="node0" presStyleIdx="0" presStyleCnt="4"/>
      <dgm:spPr/>
    </dgm:pt>
    <dgm:pt modelId="{78B36C24-957D-4283-9D13-56B099F5FB3A}" type="pres">
      <dgm:prSet presAssocID="{D7A8163F-F7C6-45FF-ACC8-163FB812F3DB}" presName="text" presStyleLbl="fgAcc0" presStyleIdx="0" presStyleCnt="4">
        <dgm:presLayoutVars>
          <dgm:chPref val="3"/>
        </dgm:presLayoutVars>
      </dgm:prSet>
      <dgm:spPr/>
    </dgm:pt>
    <dgm:pt modelId="{C729C750-A3D2-40B0-933E-78D23B6141D6}" type="pres">
      <dgm:prSet presAssocID="{D7A8163F-F7C6-45FF-ACC8-163FB812F3DB}" presName="hierChild2" presStyleCnt="0"/>
      <dgm:spPr/>
    </dgm:pt>
    <dgm:pt modelId="{98DCA9AA-468D-44C2-A9AE-DC960D0451D3}" type="pres">
      <dgm:prSet presAssocID="{8C7B2946-6E6B-422A-9936-B519925D73DC}" presName="hierRoot1" presStyleCnt="0"/>
      <dgm:spPr/>
    </dgm:pt>
    <dgm:pt modelId="{E4B3186F-A951-46B1-994C-911C73242D8D}" type="pres">
      <dgm:prSet presAssocID="{8C7B2946-6E6B-422A-9936-B519925D73DC}" presName="composite" presStyleCnt="0"/>
      <dgm:spPr/>
    </dgm:pt>
    <dgm:pt modelId="{F53E3A0C-D01F-4FDA-847B-670A6866FF4D}" type="pres">
      <dgm:prSet presAssocID="{8C7B2946-6E6B-422A-9936-B519925D73DC}" presName="background" presStyleLbl="node0" presStyleIdx="1" presStyleCnt="4"/>
      <dgm:spPr/>
    </dgm:pt>
    <dgm:pt modelId="{37CB4429-934C-4639-9F83-0D8930B504C8}" type="pres">
      <dgm:prSet presAssocID="{8C7B2946-6E6B-422A-9936-B519925D73DC}" presName="text" presStyleLbl="fgAcc0" presStyleIdx="1" presStyleCnt="4">
        <dgm:presLayoutVars>
          <dgm:chPref val="3"/>
        </dgm:presLayoutVars>
      </dgm:prSet>
      <dgm:spPr/>
    </dgm:pt>
    <dgm:pt modelId="{561DBB1D-C4A8-4E09-9E0B-7C14DD53BB9C}" type="pres">
      <dgm:prSet presAssocID="{8C7B2946-6E6B-422A-9936-B519925D73DC}" presName="hierChild2" presStyleCnt="0"/>
      <dgm:spPr/>
    </dgm:pt>
    <dgm:pt modelId="{2BE9B837-9D06-4563-A6C7-A41F27DCCE32}" type="pres">
      <dgm:prSet presAssocID="{6EC62EA1-37B8-41A7-89E7-26CAC1436CFA}" presName="hierRoot1" presStyleCnt="0"/>
      <dgm:spPr/>
    </dgm:pt>
    <dgm:pt modelId="{7D8E39FE-BE05-4F0D-B279-D4B164B340C2}" type="pres">
      <dgm:prSet presAssocID="{6EC62EA1-37B8-41A7-89E7-26CAC1436CFA}" presName="composite" presStyleCnt="0"/>
      <dgm:spPr/>
    </dgm:pt>
    <dgm:pt modelId="{E41591E9-4921-4531-8D3C-CC7BCCF9EF39}" type="pres">
      <dgm:prSet presAssocID="{6EC62EA1-37B8-41A7-89E7-26CAC1436CFA}" presName="background" presStyleLbl="node0" presStyleIdx="2" presStyleCnt="4"/>
      <dgm:spPr/>
    </dgm:pt>
    <dgm:pt modelId="{62173AA4-E5EA-451D-A6FC-C1662E3286FB}" type="pres">
      <dgm:prSet presAssocID="{6EC62EA1-37B8-41A7-89E7-26CAC1436CFA}" presName="text" presStyleLbl="fgAcc0" presStyleIdx="2" presStyleCnt="4">
        <dgm:presLayoutVars>
          <dgm:chPref val="3"/>
        </dgm:presLayoutVars>
      </dgm:prSet>
      <dgm:spPr/>
    </dgm:pt>
    <dgm:pt modelId="{0D37BFFF-7303-4743-86E4-B0A30C2C44A8}" type="pres">
      <dgm:prSet presAssocID="{6EC62EA1-37B8-41A7-89E7-26CAC1436CFA}" presName="hierChild2" presStyleCnt="0"/>
      <dgm:spPr/>
    </dgm:pt>
    <dgm:pt modelId="{7E69F902-9C23-4DBD-8901-A207BBB290DF}" type="pres">
      <dgm:prSet presAssocID="{9D1A9398-575A-4313-8CD3-622E4EA90F4A}" presName="hierRoot1" presStyleCnt="0"/>
      <dgm:spPr/>
    </dgm:pt>
    <dgm:pt modelId="{7BFE18D9-FBAD-4D92-A435-35F163D390A0}" type="pres">
      <dgm:prSet presAssocID="{9D1A9398-575A-4313-8CD3-622E4EA90F4A}" presName="composite" presStyleCnt="0"/>
      <dgm:spPr/>
    </dgm:pt>
    <dgm:pt modelId="{010AF611-5611-4384-B7C1-489D1B022033}" type="pres">
      <dgm:prSet presAssocID="{9D1A9398-575A-4313-8CD3-622E4EA90F4A}" presName="background" presStyleLbl="node0" presStyleIdx="3" presStyleCnt="4"/>
      <dgm:spPr/>
    </dgm:pt>
    <dgm:pt modelId="{1EBE8D0A-A7C4-4E4A-B74C-EE85965AE976}" type="pres">
      <dgm:prSet presAssocID="{9D1A9398-575A-4313-8CD3-622E4EA90F4A}" presName="text" presStyleLbl="fgAcc0" presStyleIdx="3" presStyleCnt="4">
        <dgm:presLayoutVars>
          <dgm:chPref val="3"/>
        </dgm:presLayoutVars>
      </dgm:prSet>
      <dgm:spPr/>
    </dgm:pt>
    <dgm:pt modelId="{4B87D389-E509-4E9B-9F1A-B83C5434752B}" type="pres">
      <dgm:prSet presAssocID="{9D1A9398-575A-4313-8CD3-622E4EA90F4A}" presName="hierChild2" presStyleCnt="0"/>
      <dgm:spPr/>
    </dgm:pt>
  </dgm:ptLst>
  <dgm:cxnLst>
    <dgm:cxn modelId="{741C661F-9FDD-4A49-938D-4AEB8C62311F}" type="presOf" srcId="{6EC62EA1-37B8-41A7-89E7-26CAC1436CFA}" destId="{62173AA4-E5EA-451D-A6FC-C1662E3286FB}" srcOrd="0" destOrd="0" presId="urn:microsoft.com/office/officeart/2005/8/layout/hierarchy1"/>
    <dgm:cxn modelId="{5E096621-284B-46DA-972B-374B08E16991}" type="presOf" srcId="{D7A8163F-F7C6-45FF-ACC8-163FB812F3DB}" destId="{78B36C24-957D-4283-9D13-56B099F5FB3A}" srcOrd="0" destOrd="0" presId="urn:microsoft.com/office/officeart/2005/8/layout/hierarchy1"/>
    <dgm:cxn modelId="{0C3F3D44-7B33-415F-AF5A-092F67AB301E}" srcId="{CED7DFCC-3286-4046-8E27-41C2E83E4F14}" destId="{D7A8163F-F7C6-45FF-ACC8-163FB812F3DB}" srcOrd="0" destOrd="0" parTransId="{48F494A8-438E-482D-AA67-09588318B5C1}" sibTransId="{543C2338-0578-44EC-B4B9-DDCE57482E4B}"/>
    <dgm:cxn modelId="{009BB947-BD74-465C-B8DC-D962C0E2BB8F}" srcId="{CED7DFCC-3286-4046-8E27-41C2E83E4F14}" destId="{6EC62EA1-37B8-41A7-89E7-26CAC1436CFA}" srcOrd="2" destOrd="0" parTransId="{F7BAE90A-B048-44FD-A97B-A471A295D27C}" sibTransId="{3145C7E2-68EA-4810-B221-B8D101ABC281}"/>
    <dgm:cxn modelId="{14EAAB6D-6830-4D12-BB43-C09CDF1F3D9A}" srcId="{CED7DFCC-3286-4046-8E27-41C2E83E4F14}" destId="{9D1A9398-575A-4313-8CD3-622E4EA90F4A}" srcOrd="3" destOrd="0" parTransId="{AD4BDEEC-4BB0-4275-9AC1-4BBD17FE3E40}" sibTransId="{FC8B2101-F590-4BAB-A5CA-6256E23C3D36}"/>
    <dgm:cxn modelId="{3BFFCA87-33B7-4555-B779-5512E718A666}" srcId="{CED7DFCC-3286-4046-8E27-41C2E83E4F14}" destId="{8C7B2946-6E6B-422A-9936-B519925D73DC}" srcOrd="1" destOrd="0" parTransId="{BD2235AE-5A45-4D16-8358-64A54C1A5414}" sibTransId="{E99B3961-C70A-4546-96AE-7DB8435D23EA}"/>
    <dgm:cxn modelId="{22047E9D-0AC4-4067-8FB6-E11D5EEC48FC}" type="presOf" srcId="{9D1A9398-575A-4313-8CD3-622E4EA90F4A}" destId="{1EBE8D0A-A7C4-4E4A-B74C-EE85965AE976}" srcOrd="0" destOrd="0" presId="urn:microsoft.com/office/officeart/2005/8/layout/hierarchy1"/>
    <dgm:cxn modelId="{2C1A23B0-A756-4D72-8BE7-36B3B729F9AB}" type="presOf" srcId="{CED7DFCC-3286-4046-8E27-41C2E83E4F14}" destId="{0D4F7763-69A3-4F40-BC2E-F5E0E457DE41}" srcOrd="0" destOrd="0" presId="urn:microsoft.com/office/officeart/2005/8/layout/hierarchy1"/>
    <dgm:cxn modelId="{0AFD5CF7-CEDB-4B4F-AE72-3E40C44BFF62}" type="presOf" srcId="{8C7B2946-6E6B-422A-9936-B519925D73DC}" destId="{37CB4429-934C-4639-9F83-0D8930B504C8}" srcOrd="0" destOrd="0" presId="urn:microsoft.com/office/officeart/2005/8/layout/hierarchy1"/>
    <dgm:cxn modelId="{A55C4F16-80AD-4A85-A232-22CE69DE6CFC}" type="presParOf" srcId="{0D4F7763-69A3-4F40-BC2E-F5E0E457DE41}" destId="{599FD619-76C2-4F5B-A312-2AD2D23635F9}" srcOrd="0" destOrd="0" presId="urn:microsoft.com/office/officeart/2005/8/layout/hierarchy1"/>
    <dgm:cxn modelId="{88334075-1F99-48FE-921E-836CE9BB993E}" type="presParOf" srcId="{599FD619-76C2-4F5B-A312-2AD2D23635F9}" destId="{C96AFD28-7262-4F5E-8408-CFFCB7EB68D1}" srcOrd="0" destOrd="0" presId="urn:microsoft.com/office/officeart/2005/8/layout/hierarchy1"/>
    <dgm:cxn modelId="{3FC2E215-CD47-4054-B126-231E0D1A3DAB}" type="presParOf" srcId="{C96AFD28-7262-4F5E-8408-CFFCB7EB68D1}" destId="{D038A1DD-62C8-4D93-A7C9-613280E79D62}" srcOrd="0" destOrd="0" presId="urn:microsoft.com/office/officeart/2005/8/layout/hierarchy1"/>
    <dgm:cxn modelId="{335FF871-B4F1-4FEB-93A1-7161343C3241}" type="presParOf" srcId="{C96AFD28-7262-4F5E-8408-CFFCB7EB68D1}" destId="{78B36C24-957D-4283-9D13-56B099F5FB3A}" srcOrd="1" destOrd="0" presId="urn:microsoft.com/office/officeart/2005/8/layout/hierarchy1"/>
    <dgm:cxn modelId="{79D35D0E-8E64-4748-9613-4E3E4C193217}" type="presParOf" srcId="{599FD619-76C2-4F5B-A312-2AD2D23635F9}" destId="{C729C750-A3D2-40B0-933E-78D23B6141D6}" srcOrd="1" destOrd="0" presId="urn:microsoft.com/office/officeart/2005/8/layout/hierarchy1"/>
    <dgm:cxn modelId="{1312C675-09B8-47F9-8AD1-96EF9DB42B32}" type="presParOf" srcId="{0D4F7763-69A3-4F40-BC2E-F5E0E457DE41}" destId="{98DCA9AA-468D-44C2-A9AE-DC960D0451D3}" srcOrd="1" destOrd="0" presId="urn:microsoft.com/office/officeart/2005/8/layout/hierarchy1"/>
    <dgm:cxn modelId="{7E56A338-4F02-4237-94C3-0F5F626A82E8}" type="presParOf" srcId="{98DCA9AA-468D-44C2-A9AE-DC960D0451D3}" destId="{E4B3186F-A951-46B1-994C-911C73242D8D}" srcOrd="0" destOrd="0" presId="urn:microsoft.com/office/officeart/2005/8/layout/hierarchy1"/>
    <dgm:cxn modelId="{0F003FBC-F4C8-4418-9F7A-B6D433CD3937}" type="presParOf" srcId="{E4B3186F-A951-46B1-994C-911C73242D8D}" destId="{F53E3A0C-D01F-4FDA-847B-670A6866FF4D}" srcOrd="0" destOrd="0" presId="urn:microsoft.com/office/officeart/2005/8/layout/hierarchy1"/>
    <dgm:cxn modelId="{C5A262E6-E679-4B01-8D3C-B6D12A7BD5A5}" type="presParOf" srcId="{E4B3186F-A951-46B1-994C-911C73242D8D}" destId="{37CB4429-934C-4639-9F83-0D8930B504C8}" srcOrd="1" destOrd="0" presId="urn:microsoft.com/office/officeart/2005/8/layout/hierarchy1"/>
    <dgm:cxn modelId="{60C9EA9F-544F-4B8A-8DAF-CDD82FD99672}" type="presParOf" srcId="{98DCA9AA-468D-44C2-A9AE-DC960D0451D3}" destId="{561DBB1D-C4A8-4E09-9E0B-7C14DD53BB9C}" srcOrd="1" destOrd="0" presId="urn:microsoft.com/office/officeart/2005/8/layout/hierarchy1"/>
    <dgm:cxn modelId="{9F4441B0-B890-4D4D-AC5F-51CA9C08ECA3}" type="presParOf" srcId="{0D4F7763-69A3-4F40-BC2E-F5E0E457DE41}" destId="{2BE9B837-9D06-4563-A6C7-A41F27DCCE32}" srcOrd="2" destOrd="0" presId="urn:microsoft.com/office/officeart/2005/8/layout/hierarchy1"/>
    <dgm:cxn modelId="{CB5E5AFB-02A6-4BB1-A3F4-B8D5564AF190}" type="presParOf" srcId="{2BE9B837-9D06-4563-A6C7-A41F27DCCE32}" destId="{7D8E39FE-BE05-4F0D-B279-D4B164B340C2}" srcOrd="0" destOrd="0" presId="urn:microsoft.com/office/officeart/2005/8/layout/hierarchy1"/>
    <dgm:cxn modelId="{6217121C-FB2B-4B11-9103-E1D0AE57B6EB}" type="presParOf" srcId="{7D8E39FE-BE05-4F0D-B279-D4B164B340C2}" destId="{E41591E9-4921-4531-8D3C-CC7BCCF9EF39}" srcOrd="0" destOrd="0" presId="urn:microsoft.com/office/officeart/2005/8/layout/hierarchy1"/>
    <dgm:cxn modelId="{53DCD00E-8ADF-423E-ABFC-8823D99F8BD3}" type="presParOf" srcId="{7D8E39FE-BE05-4F0D-B279-D4B164B340C2}" destId="{62173AA4-E5EA-451D-A6FC-C1662E3286FB}" srcOrd="1" destOrd="0" presId="urn:microsoft.com/office/officeart/2005/8/layout/hierarchy1"/>
    <dgm:cxn modelId="{FCDA3C13-3587-4160-8FFB-E015FCCE618F}" type="presParOf" srcId="{2BE9B837-9D06-4563-A6C7-A41F27DCCE32}" destId="{0D37BFFF-7303-4743-86E4-B0A30C2C44A8}" srcOrd="1" destOrd="0" presId="urn:microsoft.com/office/officeart/2005/8/layout/hierarchy1"/>
    <dgm:cxn modelId="{A9791F8A-3DAD-4726-92F8-E17C59BA2C5A}" type="presParOf" srcId="{0D4F7763-69A3-4F40-BC2E-F5E0E457DE41}" destId="{7E69F902-9C23-4DBD-8901-A207BBB290DF}" srcOrd="3" destOrd="0" presId="urn:microsoft.com/office/officeart/2005/8/layout/hierarchy1"/>
    <dgm:cxn modelId="{624458B2-BDF5-4173-B8D1-C2E7B09D7C1B}" type="presParOf" srcId="{7E69F902-9C23-4DBD-8901-A207BBB290DF}" destId="{7BFE18D9-FBAD-4D92-A435-35F163D390A0}" srcOrd="0" destOrd="0" presId="urn:microsoft.com/office/officeart/2005/8/layout/hierarchy1"/>
    <dgm:cxn modelId="{1990156E-9108-4045-AAD8-2368CAC9C4C4}" type="presParOf" srcId="{7BFE18D9-FBAD-4D92-A435-35F163D390A0}" destId="{010AF611-5611-4384-B7C1-489D1B022033}" srcOrd="0" destOrd="0" presId="urn:microsoft.com/office/officeart/2005/8/layout/hierarchy1"/>
    <dgm:cxn modelId="{0F7359C2-B46E-4DE0-99CD-505C3349B438}" type="presParOf" srcId="{7BFE18D9-FBAD-4D92-A435-35F163D390A0}" destId="{1EBE8D0A-A7C4-4E4A-B74C-EE85965AE976}" srcOrd="1" destOrd="0" presId="urn:microsoft.com/office/officeart/2005/8/layout/hierarchy1"/>
    <dgm:cxn modelId="{FDE2C530-1929-447C-A4F1-5CAAD9B64B6D}" type="presParOf" srcId="{7E69F902-9C23-4DBD-8901-A207BBB290DF}" destId="{4B87D389-E509-4E9B-9F1A-B83C5434752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08DDC-13A0-46A4-845E-0B83DF66080D}">
      <dsp:nvSpPr>
        <dsp:cNvPr id="0" name=""/>
        <dsp:cNvSpPr/>
      </dsp:nvSpPr>
      <dsp:spPr>
        <a:xfrm>
          <a:off x="5046083" y="1498823"/>
          <a:ext cx="2880731" cy="685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7136"/>
              </a:lnTo>
              <a:lnTo>
                <a:pt x="2880731" y="467136"/>
              </a:lnTo>
              <a:lnTo>
                <a:pt x="2880731" y="685483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5BB8AC-4003-46BA-BABA-46DEB1741AD6}">
      <dsp:nvSpPr>
        <dsp:cNvPr id="0" name=""/>
        <dsp:cNvSpPr/>
      </dsp:nvSpPr>
      <dsp:spPr>
        <a:xfrm>
          <a:off x="5000363" y="1498823"/>
          <a:ext cx="91440" cy="68548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85483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403C3B-5C65-4B8B-983C-4A9B8C8CAF12}">
      <dsp:nvSpPr>
        <dsp:cNvPr id="0" name=""/>
        <dsp:cNvSpPr/>
      </dsp:nvSpPr>
      <dsp:spPr>
        <a:xfrm>
          <a:off x="2165351" y="1498823"/>
          <a:ext cx="2880731" cy="685483"/>
        </a:xfrm>
        <a:custGeom>
          <a:avLst/>
          <a:gdLst/>
          <a:ahLst/>
          <a:cxnLst/>
          <a:rect l="0" t="0" r="0" b="0"/>
          <a:pathLst>
            <a:path>
              <a:moveTo>
                <a:pt x="2880731" y="0"/>
              </a:moveTo>
              <a:lnTo>
                <a:pt x="2880731" y="467136"/>
              </a:lnTo>
              <a:lnTo>
                <a:pt x="0" y="467136"/>
              </a:lnTo>
              <a:lnTo>
                <a:pt x="0" y="685483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532AA5-CA17-4248-BAB2-66679A7C9A50}">
      <dsp:nvSpPr>
        <dsp:cNvPr id="0" name=""/>
        <dsp:cNvSpPr/>
      </dsp:nvSpPr>
      <dsp:spPr>
        <a:xfrm>
          <a:off x="3867602" y="2152"/>
          <a:ext cx="2356962" cy="14966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3618A-A3E2-4ABD-BA22-7E8D7BF1AE09}">
      <dsp:nvSpPr>
        <dsp:cNvPr id="0" name=""/>
        <dsp:cNvSpPr/>
      </dsp:nvSpPr>
      <dsp:spPr>
        <a:xfrm>
          <a:off x="4129487" y="250942"/>
          <a:ext cx="2356962" cy="149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/>
            <a:t>Glavne metode: </a:t>
          </a:r>
          <a:endParaRPr lang="en-US" sz="1800" kern="1200"/>
        </a:p>
      </dsp:txBody>
      <dsp:txXfrm>
        <a:off x="4173323" y="294778"/>
        <a:ext cx="2269290" cy="1408999"/>
      </dsp:txXfrm>
    </dsp:sp>
    <dsp:sp modelId="{F16F6E43-0A62-4D4D-8244-4837AE897CAF}">
      <dsp:nvSpPr>
        <dsp:cNvPr id="0" name=""/>
        <dsp:cNvSpPr/>
      </dsp:nvSpPr>
      <dsp:spPr>
        <a:xfrm>
          <a:off x="986870" y="2184306"/>
          <a:ext cx="2356962" cy="14966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13349-3198-4E0A-8C02-B9D81CB03D17}">
      <dsp:nvSpPr>
        <dsp:cNvPr id="0" name=""/>
        <dsp:cNvSpPr/>
      </dsp:nvSpPr>
      <dsp:spPr>
        <a:xfrm>
          <a:off x="1248755" y="2433096"/>
          <a:ext cx="2356962" cy="149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/>
            <a:t>.to_datetime()</a:t>
          </a:r>
          <a:endParaRPr lang="en-US" sz="1800" kern="1200"/>
        </a:p>
      </dsp:txBody>
      <dsp:txXfrm>
        <a:off x="1292591" y="2476932"/>
        <a:ext cx="2269290" cy="1408999"/>
      </dsp:txXfrm>
    </dsp:sp>
    <dsp:sp modelId="{0F3B436F-4B2D-4F62-B912-CB667E233E59}">
      <dsp:nvSpPr>
        <dsp:cNvPr id="0" name=""/>
        <dsp:cNvSpPr/>
      </dsp:nvSpPr>
      <dsp:spPr>
        <a:xfrm>
          <a:off x="3867602" y="2184306"/>
          <a:ext cx="2356962" cy="14966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E738E-57DA-4ADA-899B-BDB33025C38B}">
      <dsp:nvSpPr>
        <dsp:cNvPr id="0" name=""/>
        <dsp:cNvSpPr/>
      </dsp:nvSpPr>
      <dsp:spPr>
        <a:xfrm>
          <a:off x="4129487" y="2433096"/>
          <a:ext cx="2356962" cy="149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/>
            <a:t>.resample(</a:t>
          </a:r>
          <a:r>
            <a:rPr lang="en-US" sz="1800" kern="1200"/>
            <a:t>‘MS’/’ME’</a:t>
          </a:r>
          <a:r>
            <a:rPr lang="hr-HR" sz="1800" kern="1200"/>
            <a:t>)</a:t>
          </a:r>
          <a:endParaRPr lang="en-US" sz="1800" kern="1200"/>
        </a:p>
      </dsp:txBody>
      <dsp:txXfrm>
        <a:off x="4173323" y="2476932"/>
        <a:ext cx="2269290" cy="1408999"/>
      </dsp:txXfrm>
    </dsp:sp>
    <dsp:sp modelId="{852DDCEC-08EC-4054-B21D-E5F594751CF8}">
      <dsp:nvSpPr>
        <dsp:cNvPr id="0" name=""/>
        <dsp:cNvSpPr/>
      </dsp:nvSpPr>
      <dsp:spPr>
        <a:xfrm>
          <a:off x="6748334" y="2184306"/>
          <a:ext cx="2356962" cy="14966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5BACE-8826-4F1F-B9F1-ABA23F08CBB6}">
      <dsp:nvSpPr>
        <dsp:cNvPr id="0" name=""/>
        <dsp:cNvSpPr/>
      </dsp:nvSpPr>
      <dsp:spPr>
        <a:xfrm>
          <a:off x="7010218" y="2433096"/>
          <a:ext cx="2356962" cy="14966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800" kern="1200"/>
            <a:t>.ffill()</a:t>
          </a:r>
          <a:endParaRPr lang="en-US" sz="1800" kern="1200"/>
        </a:p>
      </dsp:txBody>
      <dsp:txXfrm>
        <a:off x="7054054" y="2476932"/>
        <a:ext cx="2269290" cy="14089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8A1DD-62C8-4D93-A7C9-613280E79D62}">
      <dsp:nvSpPr>
        <dsp:cNvPr id="0" name=""/>
        <dsp:cNvSpPr/>
      </dsp:nvSpPr>
      <dsp:spPr>
        <a:xfrm>
          <a:off x="3033" y="1163991"/>
          <a:ext cx="2165857" cy="1375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8B36C24-957D-4283-9D13-56B099F5FB3A}">
      <dsp:nvSpPr>
        <dsp:cNvPr id="0" name=""/>
        <dsp:cNvSpPr/>
      </dsp:nvSpPr>
      <dsp:spPr>
        <a:xfrm>
          <a:off x="243684" y="1392609"/>
          <a:ext cx="2165857" cy="13753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/>
            <a:t>Vremenska kašnjenja (Lags)</a:t>
          </a:r>
          <a:endParaRPr lang="en-US" sz="2000" kern="1200"/>
        </a:p>
      </dsp:txBody>
      <dsp:txXfrm>
        <a:off x="283966" y="1432891"/>
        <a:ext cx="2085293" cy="1294755"/>
      </dsp:txXfrm>
    </dsp:sp>
    <dsp:sp modelId="{F53E3A0C-D01F-4FDA-847B-670A6866FF4D}">
      <dsp:nvSpPr>
        <dsp:cNvPr id="0" name=""/>
        <dsp:cNvSpPr/>
      </dsp:nvSpPr>
      <dsp:spPr>
        <a:xfrm>
          <a:off x="2650192" y="1163991"/>
          <a:ext cx="2165857" cy="1375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7CB4429-934C-4639-9F83-0D8930B504C8}">
      <dsp:nvSpPr>
        <dsp:cNvPr id="0" name=""/>
        <dsp:cNvSpPr/>
      </dsp:nvSpPr>
      <dsp:spPr>
        <a:xfrm>
          <a:off x="2890843" y="1392609"/>
          <a:ext cx="2165857" cy="13753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/>
            <a:t>Pomične aritmetičke sredine  (3, 6, 12 mjeseci)</a:t>
          </a:r>
          <a:endParaRPr lang="en-US" sz="2000" kern="1200"/>
        </a:p>
      </dsp:txBody>
      <dsp:txXfrm>
        <a:off x="2931125" y="1432891"/>
        <a:ext cx="2085293" cy="1294755"/>
      </dsp:txXfrm>
    </dsp:sp>
    <dsp:sp modelId="{E41591E9-4921-4531-8D3C-CC7BCCF9EF39}">
      <dsp:nvSpPr>
        <dsp:cNvPr id="0" name=""/>
        <dsp:cNvSpPr/>
      </dsp:nvSpPr>
      <dsp:spPr>
        <a:xfrm>
          <a:off x="5297351" y="1163991"/>
          <a:ext cx="2165857" cy="1375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2173AA4-E5EA-451D-A6FC-C1662E3286FB}">
      <dsp:nvSpPr>
        <dsp:cNvPr id="0" name=""/>
        <dsp:cNvSpPr/>
      </dsp:nvSpPr>
      <dsp:spPr>
        <a:xfrm>
          <a:off x="5538002" y="1392609"/>
          <a:ext cx="2165857" cy="13753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/>
            <a:t>Jednojedinično kodiranje</a:t>
          </a:r>
          <a:endParaRPr lang="en-US" sz="2000" kern="1200"/>
        </a:p>
      </dsp:txBody>
      <dsp:txXfrm>
        <a:off x="5578284" y="1432891"/>
        <a:ext cx="2085293" cy="1294755"/>
      </dsp:txXfrm>
    </dsp:sp>
    <dsp:sp modelId="{010AF611-5611-4384-B7C1-489D1B022033}">
      <dsp:nvSpPr>
        <dsp:cNvPr id="0" name=""/>
        <dsp:cNvSpPr/>
      </dsp:nvSpPr>
      <dsp:spPr>
        <a:xfrm>
          <a:off x="7944510" y="1163991"/>
          <a:ext cx="2165857" cy="13753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BE8D0A-A7C4-4E4A-B74C-EE85965AE976}">
      <dsp:nvSpPr>
        <dsp:cNvPr id="0" name=""/>
        <dsp:cNvSpPr/>
      </dsp:nvSpPr>
      <dsp:spPr>
        <a:xfrm>
          <a:off x="8185161" y="1392609"/>
          <a:ext cx="2165857" cy="13753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/>
            <a:t>Godišnje promjene</a:t>
          </a:r>
          <a:endParaRPr lang="en-US" sz="2000" kern="1200"/>
        </a:p>
      </dsp:txBody>
      <dsp:txXfrm>
        <a:off x="8225443" y="1432891"/>
        <a:ext cx="2085293" cy="12947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r-HR" kern="1200" cap="all" baseline="0" noProof="0" dirty="0">
                <a:latin typeface="+mj-lt"/>
                <a:ea typeface="+mj-ea"/>
                <a:cs typeface="+mj-cs"/>
              </a:rPr>
              <a:t>Umjetna inteligencija i njena primjena u ekonomiji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3097B-76F9-D00C-1BDF-907EABD168CC}"/>
              </a:ext>
            </a:extLst>
          </p:cNvPr>
          <p:cNvSpPr txBox="1"/>
          <p:nvPr/>
        </p:nvSpPr>
        <p:spPr>
          <a:xfrm>
            <a:off x="6091514" y="4172989"/>
            <a:ext cx="5057103" cy="2519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hr-HR" sz="2000" b="1" noProof="0" dirty="0">
                <a:solidFill>
                  <a:schemeClr val="bg1"/>
                </a:solidFill>
              </a:rPr>
              <a:t>Učenik:</a:t>
            </a:r>
            <a:r>
              <a:rPr lang="hr-HR" sz="2000" noProof="0" dirty="0">
                <a:solidFill>
                  <a:schemeClr val="bg1"/>
                </a:solidFill>
              </a:rPr>
              <a:t> Maks Gregorić 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</a:pPr>
            <a:r>
              <a:rPr lang="hr-HR" sz="2000" b="1" noProof="0" dirty="0">
                <a:solidFill>
                  <a:schemeClr val="bg1"/>
                </a:solidFill>
              </a:rPr>
              <a:t>Mentorica:</a:t>
            </a:r>
            <a:r>
              <a:rPr lang="hr-HR" sz="2000" noProof="0" dirty="0">
                <a:solidFill>
                  <a:schemeClr val="bg1"/>
                </a:solidFill>
              </a:rPr>
              <a:t> Snježana Tomašević, dipl. ing.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82EEB-CAA5-933F-36C2-2C1DB8E1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868" y="374090"/>
            <a:ext cx="5772751" cy="3624984"/>
          </a:xfrm>
        </p:spPr>
        <p:txBody>
          <a:bodyPr anchor="b">
            <a:normAutofit/>
          </a:bodyPr>
          <a:lstStyle/>
          <a:p>
            <a:r>
              <a:rPr lang="hr-HR" sz="5400" dirty="0"/>
              <a:t>Uvod i Cilj rada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E99C94-3883-3D44-7D08-425B26C64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23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5A84-A174-F947-99A1-B74F3946E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661" y="804204"/>
            <a:ext cx="5674360" cy="3200400"/>
          </a:xfrm>
        </p:spPr>
        <p:txBody>
          <a:bodyPr>
            <a:normAutofit/>
          </a:bodyPr>
          <a:lstStyle/>
          <a:p>
            <a:r>
              <a:rPr lang="hr-HR" sz="5400" dirty="0"/>
              <a:t>Teorijski okvir</a:t>
            </a:r>
          </a:p>
        </p:txBody>
      </p:sp>
    </p:spTree>
    <p:extLst>
      <p:ext uri="{BB962C8B-B14F-4D97-AF65-F5344CB8AC3E}">
        <p14:creationId xmlns:p14="http://schemas.microsoft.com/office/powerpoint/2010/main" val="901843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5E3F-A8B5-6349-18CF-23D0A3E3B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995122"/>
            <a:ext cx="5674360" cy="3200400"/>
          </a:xfrm>
        </p:spPr>
        <p:txBody>
          <a:bodyPr/>
          <a:lstStyle/>
          <a:p>
            <a:r>
              <a:rPr lang="hr-HR" dirty="0"/>
              <a:t>Što je umjetna inteligencija</a:t>
            </a:r>
          </a:p>
        </p:txBody>
      </p:sp>
    </p:spTree>
    <p:extLst>
      <p:ext uri="{BB962C8B-B14F-4D97-AF65-F5344CB8AC3E}">
        <p14:creationId xmlns:p14="http://schemas.microsoft.com/office/powerpoint/2010/main" val="629781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7FE3-B1C2-142D-F0ED-65C27C1A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hr-HR" dirty="0"/>
              <a:t>Neuronska mreža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9664E-D9CB-FE1F-BBBD-52293AD8D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492"/>
          <a:stretch>
            <a:fillRect/>
          </a:stretch>
        </p:blipFill>
        <p:spPr>
          <a:xfrm>
            <a:off x="914399" y="2011363"/>
            <a:ext cx="7273638" cy="4155757"/>
          </a:xfrm>
          <a:prstGeom prst="rect">
            <a:avLst/>
          </a:prstGeom>
          <a:noFill/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5B57E29-AEBB-7B7C-5665-26D26227D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82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0CF6-72B2-482D-360B-3E274097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hr-HR" dirty="0"/>
              <a:t>LSTM (long short-term memory)</a:t>
            </a:r>
          </a:p>
        </p:txBody>
      </p:sp>
      <p:pic>
        <p:nvPicPr>
          <p:cNvPr id="3" name="Picture 2" descr="A diagram of a machine&#10;&#10;AI-generated content may be incorrect.">
            <a:extLst>
              <a:ext uri="{FF2B5EF4-FFF2-40B4-BE49-F238E27FC236}">
                <a16:creationId xmlns:a16="http://schemas.microsoft.com/office/drawing/2014/main" id="{CEDF7A04-C7C9-1999-8659-999FD8498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399" y="2207188"/>
            <a:ext cx="7273638" cy="376410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1E95EA0-3DB2-6C31-64F4-C106862E2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68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78818-ED60-CDDC-2DBB-6A82F01D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944881"/>
            <a:ext cx="5674360" cy="3200400"/>
          </a:xfrm>
        </p:spPr>
        <p:txBody>
          <a:bodyPr/>
          <a:lstStyle/>
          <a:p>
            <a:r>
              <a:rPr lang="hr-HR" sz="5400" dirty="0"/>
              <a:t>metodologija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50441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681D5-9D3D-7475-9815-8399BE4A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5516" y="1246331"/>
            <a:ext cx="5674360" cy="3200400"/>
          </a:xfrm>
        </p:spPr>
        <p:txBody>
          <a:bodyPr/>
          <a:lstStyle/>
          <a:p>
            <a:r>
              <a:rPr lang="hr-HR" dirty="0"/>
              <a:t>Prikupljanje podataka</a:t>
            </a:r>
          </a:p>
        </p:txBody>
      </p:sp>
    </p:spTree>
    <p:extLst>
      <p:ext uri="{BB962C8B-B14F-4D97-AF65-F5344CB8AC3E}">
        <p14:creationId xmlns:p14="http://schemas.microsoft.com/office/powerpoint/2010/main" val="3745811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03D6-D798-99AF-5022-DCFC481D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026" y="944880"/>
            <a:ext cx="7898004" cy="3365862"/>
          </a:xfrm>
        </p:spPr>
        <p:txBody>
          <a:bodyPr>
            <a:normAutofit/>
          </a:bodyPr>
          <a:lstStyle/>
          <a:p>
            <a:r>
              <a:rPr lang="hr-HR" sz="5400" dirty="0"/>
              <a:t>Obrada </a:t>
            </a:r>
            <a:br>
              <a:rPr lang="hr-HR" sz="5400" dirty="0"/>
            </a:br>
            <a:r>
              <a:rPr lang="hr-HR" sz="5400" dirty="0"/>
              <a:t>podataka</a:t>
            </a:r>
          </a:p>
        </p:txBody>
      </p:sp>
    </p:spTree>
    <p:extLst>
      <p:ext uri="{BB962C8B-B14F-4D97-AF65-F5344CB8AC3E}">
        <p14:creationId xmlns:p14="http://schemas.microsoft.com/office/powerpoint/2010/main" val="3676067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237B-6F84-1605-40A9-D6F3F88DB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cap="all" baseline="0">
                <a:latin typeface="+mj-lt"/>
                <a:ea typeface="+mj-ea"/>
                <a:cs typeface="+mj-cs"/>
              </a:rPr>
              <a:t>Usklađivanje podatka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2A57AA12-C4F9-CF91-37A3-577896CE8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9A604A03-9765-93CE-1131-FF970B56CD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5254960"/>
              </p:ext>
            </p:extLst>
          </p:nvPr>
        </p:nvGraphicFramePr>
        <p:xfrm>
          <a:off x="923545" y="2009775"/>
          <a:ext cx="10354052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7242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3FA4-0BAF-A575-2F84-546A29E9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 anchor="ctr">
            <a:normAutofit/>
          </a:bodyPr>
          <a:lstStyle/>
          <a:p>
            <a:r>
              <a:rPr lang="hr-HR" dirty="0"/>
              <a:t>Inžinjering svojstava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639D5-18C8-70B5-DC53-012FBFAF8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C5E5CD09-52D8-9A27-449F-C52530020E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7644571"/>
              </p:ext>
            </p:extLst>
          </p:nvPr>
        </p:nvGraphicFramePr>
        <p:xfrm>
          <a:off x="923545" y="2009775"/>
          <a:ext cx="10354052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3668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1D38-9D70-F6E7-B162-A2A785A88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23089"/>
            <a:ext cx="5674360" cy="3200400"/>
          </a:xfrm>
        </p:spPr>
        <p:txBody>
          <a:bodyPr/>
          <a:lstStyle/>
          <a:p>
            <a:r>
              <a:rPr lang="hr-HR" dirty="0"/>
              <a:t>SKALIRANJE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27983B-208F-CF04-19F0-52DF21DA0C51}"/>
                  </a:ext>
                </a:extLst>
              </p:cNvPr>
              <p:cNvSpPr txBox="1"/>
              <p:nvPr/>
            </p:nvSpPr>
            <p:spPr>
              <a:xfrm>
                <a:off x="6028474" y="4023360"/>
                <a:ext cx="4660862" cy="84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r-H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r-H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hr-H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𝑠𝑘𝑎𝑙𝑖𝑟𝑎𝑛𝑜</m:t>
                          </m:r>
                          <m:r>
                            <a:rPr lang="hr-H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  <m:r>
                        <a:rPr lang="hr-H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hr-H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r-H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hr-H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hr-H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hr-H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hr-H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27983B-208F-CF04-19F0-52DF21DA0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474" y="4023360"/>
                <a:ext cx="4660862" cy="846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981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6D87-DA11-248A-E741-5BDCAF57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02" y="2375615"/>
            <a:ext cx="4863404" cy="2106770"/>
          </a:xfrm>
        </p:spPr>
        <p:txBody>
          <a:bodyPr anchor="ctr">
            <a:normAutofit/>
          </a:bodyPr>
          <a:lstStyle/>
          <a:p>
            <a:r>
              <a:rPr lang="hr-HR" sz="3600" dirty="0"/>
              <a:t>Ne-skalirani podaci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B6C914C-1F2B-FBD9-4C77-E5DD632AF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880" y="-5143"/>
            <a:ext cx="6455120" cy="6863143"/>
          </a:xfrm>
          <a:prstGeom prst="rect">
            <a:avLst/>
          </a:prstGeom>
          <a:noFill/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BE80A75-CB79-1A83-9E42-FA5E6044E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3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68DF-EF23-5362-D7A4-5080EF896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867" y="2722283"/>
            <a:ext cx="4210261" cy="1413433"/>
          </a:xfrm>
        </p:spPr>
        <p:txBody>
          <a:bodyPr>
            <a:normAutofit/>
          </a:bodyPr>
          <a:lstStyle/>
          <a:p>
            <a:r>
              <a:rPr lang="hr-HR" sz="3600" dirty="0"/>
              <a:t>Skalirani podaci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0B33A-57AD-09E7-AE16-2970B93B3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3378D31-0794-90D0-A2F8-62DB9211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488" y="-9651"/>
            <a:ext cx="6339512" cy="686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13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1AF2-18A4-5504-6D76-213AC9DE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94156"/>
            <a:ext cx="5674360" cy="3200400"/>
          </a:xfrm>
        </p:spPr>
        <p:txBody>
          <a:bodyPr>
            <a:normAutofit/>
          </a:bodyPr>
          <a:lstStyle/>
          <a:p>
            <a:r>
              <a:rPr lang="hr-HR" sz="5400" dirty="0"/>
              <a:t>Izrada modela</a:t>
            </a:r>
          </a:p>
        </p:txBody>
      </p:sp>
    </p:spTree>
    <p:extLst>
      <p:ext uri="{BB962C8B-B14F-4D97-AF65-F5344CB8AC3E}">
        <p14:creationId xmlns:p14="http://schemas.microsoft.com/office/powerpoint/2010/main" val="2398269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B116-F624-1201-E3A6-D7716810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0"/>
            <a:ext cx="5181600" cy="1516744"/>
          </a:xfrm>
        </p:spPr>
        <p:txBody>
          <a:bodyPr/>
          <a:lstStyle/>
          <a:p>
            <a:r>
              <a:rPr lang="hr-HR" dirty="0"/>
              <a:t>Funkcija dužna za stvaranje modela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704B4F-9BFF-6FF4-4D11-4934159B28B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914399" y="1516743"/>
            <a:ext cx="4541855" cy="449000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8175D-7998-8763-E181-8EA5166ED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21128F-526E-C5F6-194F-72415D299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400" y="1516743"/>
            <a:ext cx="5639587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66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C039-8572-11C4-4BB8-A3F5B2343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6871" y="854445"/>
            <a:ext cx="5674360" cy="3200400"/>
          </a:xfrm>
        </p:spPr>
        <p:txBody>
          <a:bodyPr>
            <a:normAutofit/>
          </a:bodyPr>
          <a:lstStyle/>
          <a:p>
            <a:r>
              <a:rPr lang="hr-HR" sz="5400" dirty="0"/>
              <a:t>rezultati</a:t>
            </a:r>
          </a:p>
        </p:txBody>
      </p:sp>
    </p:spTree>
    <p:extLst>
      <p:ext uri="{BB962C8B-B14F-4D97-AF65-F5344CB8AC3E}">
        <p14:creationId xmlns:p14="http://schemas.microsoft.com/office/powerpoint/2010/main" val="105636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3F18-B437-D888-EFBD-8D9534F00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</p:spPr>
        <p:txBody>
          <a:bodyPr anchor="ctr">
            <a:normAutofit/>
          </a:bodyPr>
          <a:lstStyle/>
          <a:p>
            <a:r>
              <a:rPr lang="hr-HR" dirty="0"/>
              <a:t>Gubitak modela</a:t>
            </a:r>
          </a:p>
        </p:txBody>
      </p:sp>
      <p:pic>
        <p:nvPicPr>
          <p:cNvPr id="8" name="Content Placeholder 7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1AFFC28C-71BA-C681-8117-FF8BBE44A67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399" y="1699049"/>
            <a:ext cx="6995698" cy="45472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F973E-C45C-3E6D-90A6-FF79A9828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28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CAD6-0309-2540-B480-3EB6C769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Podaci testiranja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E3EF9-7C48-E984-B13E-EBF2BD850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Content Placeholder 4" descr="A graph with a line graph&#10;&#10;AI-generated content may be incorrect.">
            <a:extLst>
              <a:ext uri="{FF2B5EF4-FFF2-40B4-BE49-F238E27FC236}">
                <a16:creationId xmlns:a16="http://schemas.microsoft.com/office/drawing/2014/main" id="{B79724D8-530F-802A-B643-BC42F38CD63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598931"/>
            <a:ext cx="8006742" cy="4615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943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B04C-C1B2-AE1C-B2B9-FE525034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7498081" cy="1646555"/>
          </a:xfrm>
        </p:spPr>
        <p:txBody>
          <a:bodyPr/>
          <a:lstStyle/>
          <a:p>
            <a:r>
              <a:rPr lang="en-US" dirty="0" err="1"/>
              <a:t>Prognoza</a:t>
            </a:r>
            <a:r>
              <a:rPr lang="en-US" dirty="0"/>
              <a:t> </a:t>
            </a:r>
            <a:r>
              <a:rPr lang="en-US" dirty="0" err="1"/>
              <a:t>izvan</a:t>
            </a:r>
            <a:r>
              <a:rPr lang="en-US" dirty="0"/>
              <a:t> </a:t>
            </a:r>
            <a:r>
              <a:rPr lang="en-US" dirty="0" err="1"/>
              <a:t>poznatih</a:t>
            </a:r>
            <a:r>
              <a:rPr lang="en-US" dirty="0"/>
              <a:t> </a:t>
            </a:r>
            <a:r>
              <a:rPr lang="en-US" dirty="0" err="1"/>
              <a:t>podataka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97587-6938-D381-7E8B-3FAD9C78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Content Placeholder 4" descr="A graph showing a line of a house&#10;&#10;AI-generated content may be incorrect.">
            <a:extLst>
              <a:ext uri="{FF2B5EF4-FFF2-40B4-BE49-F238E27FC236}">
                <a16:creationId xmlns:a16="http://schemas.microsoft.com/office/drawing/2014/main" id="{B22C2EC2-0103-2200-603E-E222266E67B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19235"/>
            <a:ext cx="8010398" cy="39748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395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76B8-A435-DE61-836D-A8408E46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336766"/>
            <a:ext cx="5674360" cy="3200400"/>
          </a:xfrm>
        </p:spPr>
        <p:txBody>
          <a:bodyPr>
            <a:normAutofit/>
          </a:bodyPr>
          <a:lstStyle/>
          <a:p>
            <a:r>
              <a:rPr lang="hr-HR" sz="5400" dirty="0"/>
              <a:t>Zaključak i poboljšanja</a:t>
            </a:r>
          </a:p>
        </p:txBody>
      </p:sp>
    </p:spTree>
    <p:extLst>
      <p:ext uri="{BB962C8B-B14F-4D97-AF65-F5344CB8AC3E}">
        <p14:creationId xmlns:p14="http://schemas.microsoft.com/office/powerpoint/2010/main" val="3508225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6436B-EA11-E4DB-6DC8-38180A5FB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824300"/>
            <a:ext cx="5674360" cy="3200400"/>
          </a:xfrm>
        </p:spPr>
        <p:txBody>
          <a:bodyPr>
            <a:normAutofit/>
          </a:bodyPr>
          <a:lstStyle/>
          <a:p>
            <a:r>
              <a:rPr lang="hr-HR" sz="5400" dirty="0"/>
              <a:t>pitanja</a:t>
            </a:r>
          </a:p>
        </p:txBody>
      </p:sp>
    </p:spTree>
    <p:extLst>
      <p:ext uri="{BB962C8B-B14F-4D97-AF65-F5344CB8AC3E}">
        <p14:creationId xmlns:p14="http://schemas.microsoft.com/office/powerpoint/2010/main" val="3394156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{0DF37883-2E86-4050-B018-08F9F792C874}TF44172dc5-d19e-4d2a-aaf3-e2c69a283fd87998de37_win32-6a3fd5fd5e0f</Template>
  <TotalTime>1298</TotalTime>
  <Words>127</Words>
  <Application>Microsoft Office PowerPoint</Application>
  <PresentationFormat>Widescreen</PresentationFormat>
  <Paragraphs>44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Tenorite</vt:lpstr>
      <vt:lpstr>Custom</vt:lpstr>
      <vt:lpstr>Umjetna inteligencija i njena primjena u ekonomiji</vt:lpstr>
      <vt:lpstr>Uvod i Cilj rada</vt:lpstr>
      <vt:lpstr>Teorijski okvir</vt:lpstr>
      <vt:lpstr>Što je umjetna inteligencija</vt:lpstr>
      <vt:lpstr>Neuronska mreža</vt:lpstr>
      <vt:lpstr>LSTM (long short-term memory)</vt:lpstr>
      <vt:lpstr>metodologija</vt:lpstr>
      <vt:lpstr>Prikupljanje podataka</vt:lpstr>
      <vt:lpstr>Obrada  podataka</vt:lpstr>
      <vt:lpstr>Usklađivanje podatka</vt:lpstr>
      <vt:lpstr>Inžinjering svojstava</vt:lpstr>
      <vt:lpstr>SKALIRANJE</vt:lpstr>
      <vt:lpstr>Ne-skalirani podaci</vt:lpstr>
      <vt:lpstr>Skalirani podaci</vt:lpstr>
      <vt:lpstr>Izrada modela</vt:lpstr>
      <vt:lpstr>Funkcija dužna za stvaranje modela</vt:lpstr>
      <vt:lpstr>rezultati</vt:lpstr>
      <vt:lpstr>Gubitak modela</vt:lpstr>
      <vt:lpstr>Podaci testiranja</vt:lpstr>
      <vt:lpstr>Prognoza izvan poznatih podataka</vt:lpstr>
      <vt:lpstr>Zaključak i poboljšanja</vt:lpstr>
      <vt:lpstr>pitanja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Greg</dc:creator>
  <cp:lastModifiedBy>Max Greg</cp:lastModifiedBy>
  <cp:revision>3</cp:revision>
  <dcterms:created xsi:type="dcterms:W3CDTF">2025-06-10T13:34:29Z</dcterms:created>
  <dcterms:modified xsi:type="dcterms:W3CDTF">2025-06-11T11:12:39Z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